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Website v3.0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"Futuristic Automation Engineer in a Cyber World"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Nitin S Kumar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Automation Engineer @ Happiest Minds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github.com/nitinkumar30/ni3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premium portfolio website that stands out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- 3D interactive elements, smooth animations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technical skills effectively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Python, Automation, Data Science, Cyber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deployment 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main (local), vercel (production), replit (IDE)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content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Single JSON source feeds all sections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Security headers, SEO, accessibility,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554480" cy="4114800"/>
          </a:xfrm>
          <a:prstGeom prst="roundRect">
            <a:avLst>
              <a:gd name="adj" fmla="val 5882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097280"/>
            <a:ext cx="1554480" cy="4114800"/>
          </a:xfrm>
          <a:prstGeom prst="roundRect">
            <a:avLst>
              <a:gd name="adj" fmla="val 5882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Font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BG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097280"/>
            <a:ext cx="1554480" cy="4114800"/>
          </a:xfrm>
          <a:prstGeom prst="roundRect">
            <a:avLst>
              <a:gd name="adj" fmla="val 5882"/>
            </a:avLst>
          </a:prstGeom>
          <a:solidFill>
            <a:srgbClr val="111111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/ R3F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+ Lenis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2D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1097280"/>
            <a:ext cx="1554480" cy="4114800"/>
          </a:xfrm>
          <a:prstGeom prst="roundRect">
            <a:avLst>
              <a:gd name="adj" fmla="val 5882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Library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 / Radix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Icons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SVG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1097280"/>
            <a:ext cx="1554480" cy="4114800"/>
          </a:xfrm>
          <a:prstGeom prst="roundRect">
            <a:avLst>
              <a:gd name="adj" fmla="val 5882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static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runtime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typing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Development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Scaffolding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1887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create-next-app + 47 deps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12700">
            <a:solidFill>
              <a:srgbClr val="44444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Component Gen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codebase by AI (~2,800 lines)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926080"/>
            <a:ext cx="0" cy="274320"/>
          </a:xfrm>
          <a:prstGeom prst="line">
            <a:avLst/>
          </a:prstGeom>
          <a:noFill/>
          <a:ln w="12700">
            <a:solidFill>
              <a:srgbClr val="44444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3200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Enhancement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200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3D, mobile, LinkedIn, GitHub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0" cy="274320"/>
          </a:xfrm>
          <a:prstGeom prst="line">
            <a:avLst/>
          </a:prstGeom>
          <a:noFill/>
          <a:ln w="12700">
            <a:solidFill>
              <a:srgbClr val="44444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Docs &amp; Deploy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2062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guides, multi-branch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 tokens: ~2.8M  |  Model: deepseek-v4-flash-free (128K context)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        — App Router pages + layout + SEO files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996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animations/ — ParticleField, GradientBG, ScrollReveal, MagneticButton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layout/     — Navbar, Footer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sections/   — Hero, About, Education, Experience, Skills, Projects, Featured, Testimonials, 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three/      — Scene3D, AvatarScene, SectionParallax, ProjectCard3D, FloatingTechIcons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ui/         — Button, Badge, Card, AnimatedCounter, TypingAnimation, SocialIcons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55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hooks/      — use-mouse-position, use-scroll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lib/        — portfolio-data.ts (data layer), utils.ts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40+ components, ~3,500 lines of code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Section — First Impression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 Badge, TypingAnimation, Button, MagneticButton, AvatarScene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fade-in + slide-up entrance animation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TypingAnimation cycles 5 roles (Python Dev, Automation Expert, ...)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MagneticButton tracks mouse with CSS transform translate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AvatarScene: DistortMaterial sphere + orbiting Torus rings + eye-tracking Icosahedrons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text from portfolio-data.ts personal_info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button + Contact Me button with hover effects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Section — Who I 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layout: left (profile photo + stats) / right (summary + roles)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AnimatedCounter: IntersectionObserver + requestAnimationFrame with cubic ease-out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statistics cards: Certifications 5+, Projects 200+, Experience 5+ Years, Languages 4, Tools 11+, AI Tools 4+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cards with colored icons and hover border glow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decor boxes with CSS keyframe float animations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portfolio-data.ts about +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Work Experience — Timelines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timeline with gradient connector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work entries from Senior Automation Engineer down to Internship Trainee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education entries: MCA, BCA, Intermediate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job gets pulsing green 'Current' badge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expand/glow on hover with smooth transitions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Color-coded: green for TCS, cyan for Freelancing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entry staggered with Framer Motion slide-in animation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— Technical Proficiency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skills total (expanded from original 4)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circles with stroke-dashoffset + scroll-triggered animation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skills: Python 90%, Selenium 90%, Automation Testing 90%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Mid: Pytest 85%, JIRA 85%, Manual Testing 85%, Git 80%, GCP 75%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Web Dev 70%, Bootstrap 70%, Prompt Engineering 70%, Vibe Coding 70%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 Data Science 60%, Cyber Security 50%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additions: Prompt Engineering, Vibe Coding, Cyber Security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GitHub Projects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Fetched 227 repos from GitHub API → selected top 10 by relevance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edu-mail-auto-generator (119 ★) — Python/Selenium automation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auto-book-covid-vaccine-slots (3 ★) — Python automation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number-recognition-using-python (3 ★) — ML with GUI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keylogger (3 ★) — Cyber Security,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 (2 ★) — Network recon / offensive 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control-pc-remotely (2 ★) — Python networking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auto-search-job-openings (2 ★) — Python automation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phonetracer — OSINT phone number toolkit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Black-Coder (2 ★) — Flask blog project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Interactive Experience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Scene3D (Background)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188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geometries + 2000 particles + 3 point lights + FogExp2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AvatarScene (Hero)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DistortMaterial sphere + orbiting rings + eye-tracking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SectionParallax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tilt per section (disabled on touch)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ProjectCard3D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tilt on mouse, glow tracking on touch devices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Optimization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4805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geometries / 500 particles / no antialias / lower pixel ratio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&amp; Touch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Scene3D: 40 geometry → 15, 2000 particles → 500, antialias off, pixel ratio capped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avatar: 384px → 224px on mobile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full-width stacked vertically on small screens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MagneticButton: disabled on touch devices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SectionParallax / ProjectCard3D: 3D tilt disabled on touch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Navbar: hamburger menu with 44x44px touch targets + min-h-48px 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CSS: -webkit-tap-highlight-color, touch-action: manipulation, iOS 16px font fix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SEO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HSTS: max-age=63072000; includeSubDomains; preload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X-Content-Type-Options: nosniff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X-Frame-Options: DENY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Permissions-Policy: camera=(), microphone=(), 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Cross-Origin-Opener-Policy: same-origin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Metadata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Graph + Twitter Cards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Person schema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llms.txt (AI-crawlable)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 + sitemap.xml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manifest.webmanifest (PWA)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 Deployment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Local/GitHub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Scene3D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(prod)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vercel.json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Scene3D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(IDE)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React 19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Scene3D or 2D fallback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branch has its own deployment guide (DEPLOY_LOCAL.md, DEPLOY_VERCEL.md, DEPLOY_REPLIT.md)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— Single Source of Truth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portfolio-data.ts (319 lines) — all content in ONE 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personal_info — name, title, headline, resume URL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— roles, interests, professional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— certs, projects, years, languages, tools, AI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— 3 entries (MCA, BCA, Intermediate)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work_experience — 8 entries (Happiest Minds, TCS x4, Sparks, etc.)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— 18 entries with proficiency percentages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/ honors / publications — new sections from LinkedIn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featured_projects — 10 GitHub repos with stars and topics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— 9 portfolio projects with images and descriptions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 — 3 references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+ social_links + website_metadata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change JSON → rebuild site, no database needed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Development — Token &amp; Cost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+ deps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 (12)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components (8)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components (4)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components Round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Transformation Round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/ touch optimization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data + GitHub projects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+ README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/ retries / overhead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1,340K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~2,800K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7680960" cy="0"/>
          </a:xfrm>
          <a:prstGeom prst="line">
            <a:avLst/>
          </a:prstGeom>
          <a:noFill/>
          <a:ln w="635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deepseek-v4-flash-free  |  Cost: $0 (free-tier)  |  Human time saved: ~40-60 hours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Setup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188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create-next-app, install 47 deps, Tailwind v4, 12 UI + 4 animation components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section components, portfolio-data.ts, extract images, README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3D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Scene3D (40 geo + 2000 particles), AvatarScene, SectionParallax, mobile optimization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— 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657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headers, JSON-LD, llms.txt, 3 branches, 3 deploy guides, GitHub push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— Enrichment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4480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data, GitHub featured projects, enhanced footer, TECH_STACK +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TypeScript/React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Dependencies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Tracked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5603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 (10 featured)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5603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Branches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~2.8M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Tokens Consumed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931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Development Cost (free tier)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931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023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30936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Development Time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SWC bindings broken on some Windows — use --webpack flag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lucide-react 1.x removed brand icons — custom SVG paths needed for GitHub/LinkedIn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v4: @theme inline replaces v3's extend pattern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+ R3F must be code-split to save ~570 KB from initial bundle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detection + 2D Canvas fallback essential for Replit browser containers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JSON data source = non-developers can update content easily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dev: 5 days vs 2-3 weeks manual effort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5486400" cy="0"/>
          </a:xfrm>
          <a:prstGeom prst="line">
            <a:avLst/>
          </a:prstGeom>
          <a:noFill/>
          <a:ln w="1905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Nitin S Kumar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Automation Engineer @ Happiest Minds Technologies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nitinkumarpythonic@gmail.com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linkedin.com/in/nitin30kumar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github.com/nitinkumar30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portfolio-nitin.netlify.app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"Built with ❤️ and an AI that went way too hard"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Website - Workflow &amp; Implementation</dc:title>
  <dc:subject>PptxGenJS Presentation</dc:subject>
  <dc:creator>Nitin S Kumar</dc:creator>
  <cp:lastModifiedBy>Nitin S Kumar</cp:lastModifiedBy>
  <cp:revision>1</cp:revision>
  <dcterms:created xsi:type="dcterms:W3CDTF">2026-06-04T09:51:17Z</dcterms:created>
  <dcterms:modified xsi:type="dcterms:W3CDTF">2026-06-04T09:51:17Z</dcterms:modified>
</cp:coreProperties>
</file>